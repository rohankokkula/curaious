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1 · WEEKEND TALK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talk title goes here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subtitle on what this talk actually covers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E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5074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5330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or one-line bio · 4 October 2026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10268712" y="36576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 four bullets. Not your whole outline, just enough that the room knows what's coming.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630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you'll cover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4279392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425196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thing you'll cover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87375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thing you'll cover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5522976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5495544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land by the end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solving, and why it matters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slide. State the problem plainly before you explain your approach, so the room feels the stakes before the solution.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109167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14400" y="416052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block with the real problem: who has it, what it costs them, and why now.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enough background to follow along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short blocks, not a history lesson. Only what someone needs to understand slide 5 onward.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931920"/>
            <a:ext cx="384048" cy="384048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262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or concept #1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9204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this means, in plain language.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37304" y="365760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1624" y="3931920"/>
            <a:ext cx="384048" cy="384048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11624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11624" y="45262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or concept #2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611624" y="489204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this means, in plain language.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125968" y="3657600"/>
            <a:ext cx="3514344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00288" y="3931920"/>
            <a:ext cx="384048" cy="384048"/>
          </a:xfrm>
          <a:prstGeom prst="ellipse">
            <a:avLst/>
          </a:prstGeom>
          <a:solidFill>
            <a:srgbClr val="F3E0D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002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00288" y="452628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or concept #3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00288" y="489204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this means, in plain language.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1 OF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approach, in one sentence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idea. Say it once, directly. The next three slides back it up.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column with your real content: a short explanation, 2-3 bullets max.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0" y="3566160"/>
            <a:ext cx="578815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3566160"/>
            <a:ext cx="5788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diagram / demo here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2 OF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mechanism. A diagram, architecture sketch, or flow works better here than bullets.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548640" y="35661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diagram / demo here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566160"/>
            <a:ext cx="5605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column with your real content: a short explanation, 2-3 bullets max.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3 OF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Show, don't tell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screenshot, a demo clip, or a before/after. This is the slide people remember.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column with your real content: a short explanation, 2-3 bullets max.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0" y="3566160"/>
            <a:ext cx="578815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852160" y="3566160"/>
            <a:ext cx="57881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diagram / demo here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· 4 OF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tradeoffs you made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chose not to do, and why. This is usually more interesting than what you built.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51206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548640" y="35661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diagram / demo here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3566160"/>
            <a:ext cx="56052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column with your real content: a short explanation, 2-3 bullets max.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PART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wrong, and what you'd do differently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889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most useful slide in the room: the room learns more from what broke than from what worked.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4904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343400"/>
            <a:ext cx="46314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failure, stated plainly, not a humble-brag.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77356" y="3749040"/>
            <a:ext cx="536295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3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43116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643116" y="4343400"/>
            <a:ext cx="46314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you'd change if you started over.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remember, or try yourself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bullets, max. If someone remembers nothing else from this talk, these are the three things.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360273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takeaway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43799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takeaway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1208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97280" y="51572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takeaway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12064" cy="512064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07008" y="11887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you referenced or want to share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repos, tools, articles. These are easy to drop straight into Bookmarks after the talk.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75818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3630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yourdomain.com/link-one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279392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379976"/>
            <a:ext cx="164592" cy="16459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25196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github.com/you/repo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F3E0D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001768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487375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paper, article or tool you referenced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</a:t>
            </a:r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E1E2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974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83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always welcome. Open to follow-ups: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6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your@email.com  ·  @yourhandle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360152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2026-09-30T21:17:27Z</dcterms:created>
  <dcterms:modified xsi:type="dcterms:W3CDTF">2026-09-30T21:17:27Z</dcterms:modified>
</cp:coreProperties>
</file>